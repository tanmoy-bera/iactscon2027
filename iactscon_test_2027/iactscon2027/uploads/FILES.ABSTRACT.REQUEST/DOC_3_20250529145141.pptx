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3" r:id="rId55"/>
    <p:sldId id="312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2" r:id="rId64"/>
    <p:sldId id="323" r:id="rId65"/>
    <p:sldId id="324" r:id="rId66"/>
    <p:sldId id="326" r:id="rId67"/>
    <p:sldId id="327" r:id="rId68"/>
    <p:sldId id="328" r:id="rId69"/>
    <p:sldId id="329" r:id="rId70"/>
    <p:sldId id="330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1" r:id="rId90"/>
    <p:sldId id="352" r:id="rId91"/>
    <p:sldId id="353" r:id="rId92"/>
    <p:sldId id="354" r:id="rId93"/>
    <p:sldId id="355" r:id="rId94"/>
    <p:sldId id="356" r:id="rId95"/>
    <p:sldId id="357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3706-3DDC-A9FD-E8B4-161FC1C97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00011-9970-BDB3-0557-7FF1288A4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90DEA-CFCA-C0EE-C493-5CA61669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8DE58-43C6-FD2C-43A2-3FC3F2E4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B6315-435E-5FC1-CE62-D310B6C7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23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BF2C-8B5F-C5C0-04AC-B86ECABD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02E14-7316-AFEE-0C1A-AA0AD33EA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EC56E-E241-1A25-5CD9-3662CA62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391FB-6226-2B2E-B80E-132DF218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DABA3-2AA9-2435-BC1D-E82937AA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7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55CD-E6B7-99F1-04AF-2AFA763C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AC53D-DDCE-28A2-316B-A9DE4A4A7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C933D-8BB9-C2D4-82EC-4E849D1C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8687C-1E18-DC44-C17C-687365C0F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29170-D5DD-FD3C-F0C0-E44A0030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4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6CD51-6380-09BC-8362-04A02DCA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B5D62-D765-6C42-FE44-BEA984879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6ED9F-82A6-CFEB-B74F-42EA91261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8DAB3-CED6-71A3-B072-E022A9DB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C46E7-EB51-3E09-9BFB-FC039C77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5C266-A5B1-1341-B880-DB1B2ADE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14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468F-63CE-F4B8-5D3F-A7EABA550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A2320-3244-11C5-284E-EF3FE9CA7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44A3-E304-47F4-8B9C-E2DAD8177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FF0B8-9D61-503F-E5C6-5100DA090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F6A42-E439-0020-F710-3DB53B105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B2ED1-394C-3C03-054E-6EA863EF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B8EA8C-9397-70CF-7D89-F151AB45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983A4-909F-B0AE-97D8-7764102E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80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38C4-90F2-C4BF-704C-57049E5D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871693-D757-0DAE-3756-B70B8C1E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AE5D4-3658-26E6-15A0-0102F606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8F835-F61B-FAA5-64B7-3D8D8F76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09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3F87B9-FD5F-54C2-5009-F3472749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9898A-BCA8-95C0-35F9-84C187B6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F9464-4D87-B80D-0A40-A6554FF6F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80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975BF-1640-731B-2A3F-1AA1B9ED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567DA-F8D8-6844-BE69-331F34153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3B36D-C976-E899-75AC-8CF3FD1D4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296E8-B1CD-5441-7BDC-42F68294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41535-91EC-D3DF-0175-3AB555B83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A4D10-2E09-0C8C-F9D7-891DCD97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91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428C-40AF-4D7E-3153-E65F1522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CE8E0-07B4-BC91-9036-5A59553E1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849B5-43FB-4F53-583D-C8A242261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80BE8-9DF4-32B8-2F87-FD44B2E0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37A18-B886-4CFC-4408-E691113A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96D91-CC88-A1E3-1A35-A374A712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2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73B2-AA7A-118A-1668-388FE6CEC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CD66F-CF0C-B8BB-5A39-5FCF01720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8B987-2A30-12D9-0475-24C00182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4508A-1F0B-5803-DC23-24B3B779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2A22D-62E1-4D5D-32A0-454BC8CA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19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D5111-77FD-DDAB-3463-800AE110F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C770E-265C-25FE-A47E-D4FE3E863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11B14-008B-215E-7D16-D6B7AAC2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90E4D-D9A8-2971-E1E0-CB438D6F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91843-7AAE-CC39-1A05-38C83CDB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80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7B834-A0CF-CC7D-EB90-652353CB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CC6D3-2B3A-E2E8-CF1F-61E3E50CF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C115-460A-0A37-1B1E-33376CC05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449D2-84ED-4949-BF7F-5C4A62BC1266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477E3-18DB-ED43-42B2-376FB0C7C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569E3-A1B3-66E1-84F2-71E070F5D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B8144-F152-4656-9B64-18BB8A57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64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AFF6-FE8B-9B2C-A55D-2E2DC483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BD509A-46DE-0CE0-B5BE-3AF70E571CC0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Amiya Kumar Bera</a:t>
            </a:r>
          </a:p>
        </p:txBody>
      </p:sp>
    </p:spTree>
    <p:extLst>
      <p:ext uri="{BB962C8B-B14F-4D97-AF65-F5344CB8AC3E}">
        <p14:creationId xmlns:p14="http://schemas.microsoft.com/office/powerpoint/2010/main" val="187861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FE2F-C6DC-0EED-FD04-4275761A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6CFD41-470F-0D36-5494-D8630C03BDF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Sanjay Kumar</a:t>
            </a:r>
          </a:p>
        </p:txBody>
      </p:sp>
    </p:spTree>
    <p:extLst>
      <p:ext uri="{BB962C8B-B14F-4D97-AF65-F5344CB8AC3E}">
        <p14:creationId xmlns:p14="http://schemas.microsoft.com/office/powerpoint/2010/main" val="4057817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2515-5989-2173-197E-B88BF843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A4015-A8C9-4901-228B-087AA6B52F54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Sunil Kulkarni</a:t>
            </a:r>
          </a:p>
        </p:txBody>
      </p:sp>
    </p:spTree>
    <p:extLst>
      <p:ext uri="{BB962C8B-B14F-4D97-AF65-F5344CB8AC3E}">
        <p14:creationId xmlns:p14="http://schemas.microsoft.com/office/powerpoint/2010/main" val="301087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1A3A-2CF4-5229-45A4-8C504A9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D40ADD-58B2-B1AA-1E32-BD15E6C65920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Dhaval Dilip Desai</a:t>
            </a:r>
          </a:p>
        </p:txBody>
      </p:sp>
    </p:spTree>
    <p:extLst>
      <p:ext uri="{BB962C8B-B14F-4D97-AF65-F5344CB8AC3E}">
        <p14:creationId xmlns:p14="http://schemas.microsoft.com/office/powerpoint/2010/main" val="1470122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75297-BEE1-B86B-2520-15CC539E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98E40E-3FA3-2000-CA13-104BE1E78EF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Ajith Kumar</a:t>
            </a:r>
          </a:p>
        </p:txBody>
      </p:sp>
    </p:spTree>
    <p:extLst>
      <p:ext uri="{BB962C8B-B14F-4D97-AF65-F5344CB8AC3E}">
        <p14:creationId xmlns:p14="http://schemas.microsoft.com/office/powerpoint/2010/main" val="2296894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FC60-83D1-C783-D44E-58AD1F77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3C90A8-1259-2EEB-5D22-D87C61F5A1C5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Indrajit Sardar</a:t>
            </a:r>
          </a:p>
        </p:txBody>
      </p:sp>
    </p:spTree>
    <p:extLst>
      <p:ext uri="{BB962C8B-B14F-4D97-AF65-F5344CB8AC3E}">
        <p14:creationId xmlns:p14="http://schemas.microsoft.com/office/powerpoint/2010/main" val="252092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9039B-53CC-D096-D5D8-D86E292E6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4594F-AE28-EFC8-699C-AF4A80189C3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John </a:t>
            </a:r>
            <a:r>
              <a:rPr lang="en-US" sz="5400" b="1" dirty="0" err="1">
                <a:latin typeface="Abadi" panose="020B0604020104020204" pitchFamily="34" charset="0"/>
              </a:rPr>
              <a:t>Mukhopadhaya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382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68EA-CFBC-BC73-B55F-436AB0DB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509E84-CFA0-A913-2522-645F6B663A01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Indrajit Sardar</a:t>
            </a:r>
          </a:p>
        </p:txBody>
      </p:sp>
    </p:spTree>
    <p:extLst>
      <p:ext uri="{BB962C8B-B14F-4D97-AF65-F5344CB8AC3E}">
        <p14:creationId xmlns:p14="http://schemas.microsoft.com/office/powerpoint/2010/main" val="374677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AEE1-59B7-AF79-FBAF-691868172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C1C28F-C154-E31A-104C-ECB62F00A9A5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Rajiv Chatterjee</a:t>
            </a:r>
          </a:p>
        </p:txBody>
      </p:sp>
    </p:spTree>
    <p:extLst>
      <p:ext uri="{BB962C8B-B14F-4D97-AF65-F5344CB8AC3E}">
        <p14:creationId xmlns:p14="http://schemas.microsoft.com/office/powerpoint/2010/main" val="3972150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01A1-29E3-DBF3-0B44-7DF096E39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909E6D-6AA0-5925-5472-E8E35BCE0BFA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Tirthankar Bhattacharya</a:t>
            </a:r>
          </a:p>
        </p:txBody>
      </p:sp>
    </p:spTree>
    <p:extLst>
      <p:ext uri="{BB962C8B-B14F-4D97-AF65-F5344CB8AC3E}">
        <p14:creationId xmlns:p14="http://schemas.microsoft.com/office/powerpoint/2010/main" val="599596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B0A7-4C7C-80FD-1BE8-C310C5133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946B2E-8D18-31FA-E528-C39245508A87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Gurinder Bedi</a:t>
            </a:r>
          </a:p>
        </p:txBody>
      </p:sp>
    </p:spTree>
    <p:extLst>
      <p:ext uri="{BB962C8B-B14F-4D97-AF65-F5344CB8AC3E}">
        <p14:creationId xmlns:p14="http://schemas.microsoft.com/office/powerpoint/2010/main" val="1026771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814F-BD94-C41A-17E1-4325C19F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4293A-B8DB-40D5-8502-0580C51F5668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Sunny Mallick</a:t>
            </a:r>
          </a:p>
        </p:txBody>
      </p:sp>
    </p:spTree>
    <p:extLst>
      <p:ext uri="{BB962C8B-B14F-4D97-AF65-F5344CB8AC3E}">
        <p14:creationId xmlns:p14="http://schemas.microsoft.com/office/powerpoint/2010/main" val="2145267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6A365-F17B-F7A4-299F-0228EF9A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4597B0-EADC-4494-FBC3-B6AC31BDB860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Kalyan Guha</a:t>
            </a:r>
          </a:p>
        </p:txBody>
      </p:sp>
    </p:spTree>
    <p:extLst>
      <p:ext uri="{BB962C8B-B14F-4D97-AF65-F5344CB8AC3E}">
        <p14:creationId xmlns:p14="http://schemas.microsoft.com/office/powerpoint/2010/main" val="336901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4297E-38B0-918D-03F1-CDF746E1F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1717CA-C1C1-D3F8-81C6-D7337CCD5C44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Sutanu Hazra</a:t>
            </a:r>
          </a:p>
        </p:txBody>
      </p:sp>
    </p:spTree>
    <p:extLst>
      <p:ext uri="{BB962C8B-B14F-4D97-AF65-F5344CB8AC3E}">
        <p14:creationId xmlns:p14="http://schemas.microsoft.com/office/powerpoint/2010/main" val="3369932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F2A7-8D79-3AB0-B995-70B83459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AC3D7C-8F08-349C-20B5-9AA2B58A0A62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Anjan Chattaraj</a:t>
            </a:r>
          </a:p>
        </p:txBody>
      </p:sp>
    </p:spTree>
    <p:extLst>
      <p:ext uri="{BB962C8B-B14F-4D97-AF65-F5344CB8AC3E}">
        <p14:creationId xmlns:p14="http://schemas.microsoft.com/office/powerpoint/2010/main" val="1351677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85CCC-AD47-A483-6282-D0F91E9A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EC9829-14FC-DC69-8B81-A5C9B38B7331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Soumitra Misra</a:t>
            </a:r>
          </a:p>
        </p:txBody>
      </p:sp>
    </p:spTree>
    <p:extLst>
      <p:ext uri="{BB962C8B-B14F-4D97-AF65-F5344CB8AC3E}">
        <p14:creationId xmlns:p14="http://schemas.microsoft.com/office/powerpoint/2010/main" val="3676925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DF06-48BE-6905-E4C7-92E6BE53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81AE18-3404-302F-6597-B0BC7991077D}"/>
              </a:ext>
            </a:extLst>
          </p:cNvPr>
          <p:cNvSpPr txBox="1"/>
          <p:nvPr/>
        </p:nvSpPr>
        <p:spPr>
          <a:xfrm>
            <a:off x="338666" y="2949222"/>
            <a:ext cx="11571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Navinchandra Narsinhdas Thakkar</a:t>
            </a:r>
          </a:p>
          <a:p>
            <a:pPr algn="ctr"/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263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E1F1-F0D7-D951-50D3-43429BD5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A2518-05AF-7828-5339-9AFA8CD14856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Ajith Kumar</a:t>
            </a:r>
          </a:p>
        </p:txBody>
      </p:sp>
    </p:spTree>
    <p:extLst>
      <p:ext uri="{BB962C8B-B14F-4D97-AF65-F5344CB8AC3E}">
        <p14:creationId xmlns:p14="http://schemas.microsoft.com/office/powerpoint/2010/main" val="3656819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8E75E-EB45-121F-5612-4A748E29E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C1BB20-8EB5-E971-8326-F32456C9290F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Subrata Basu</a:t>
            </a:r>
          </a:p>
        </p:txBody>
      </p:sp>
    </p:spTree>
    <p:extLst>
      <p:ext uri="{BB962C8B-B14F-4D97-AF65-F5344CB8AC3E}">
        <p14:creationId xmlns:p14="http://schemas.microsoft.com/office/powerpoint/2010/main" val="3809900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4C511-000A-1EF0-1BD6-C753CE43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509791-25C6-CBA7-599C-1C797D5B0F6F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Gurinder Bedi</a:t>
            </a:r>
          </a:p>
        </p:txBody>
      </p:sp>
    </p:spTree>
    <p:extLst>
      <p:ext uri="{BB962C8B-B14F-4D97-AF65-F5344CB8AC3E}">
        <p14:creationId xmlns:p14="http://schemas.microsoft.com/office/powerpoint/2010/main" val="297709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E985-F4C0-5B8E-8F41-6D0EB04E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D23E4-1BB0-97A3-516A-15593DEB3C63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Dhaval Dilip Desai</a:t>
            </a:r>
          </a:p>
        </p:txBody>
      </p:sp>
    </p:spTree>
    <p:extLst>
      <p:ext uri="{BB962C8B-B14F-4D97-AF65-F5344CB8AC3E}">
        <p14:creationId xmlns:p14="http://schemas.microsoft.com/office/powerpoint/2010/main" val="4171359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AF86-A294-BFEA-DA8C-A3B4C2089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139038-20C2-CC2A-F21F-D07FEB109015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Ranjan Kamilya</a:t>
            </a:r>
          </a:p>
        </p:txBody>
      </p:sp>
    </p:spTree>
    <p:extLst>
      <p:ext uri="{BB962C8B-B14F-4D97-AF65-F5344CB8AC3E}">
        <p14:creationId xmlns:p14="http://schemas.microsoft.com/office/powerpoint/2010/main" val="2462359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D806D-478E-F7AB-40B4-23F6F86BB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105BB-86F1-5671-5F8E-5032DC72E05A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Sunil Kulkarni</a:t>
            </a:r>
          </a:p>
        </p:txBody>
      </p:sp>
    </p:spTree>
    <p:extLst>
      <p:ext uri="{BB962C8B-B14F-4D97-AF65-F5344CB8AC3E}">
        <p14:creationId xmlns:p14="http://schemas.microsoft.com/office/powerpoint/2010/main" val="3438976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9DBD6-DA29-9DC7-8592-8897B23C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429D3-1835-C2F4-0A8A-3EAF38AD4613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Subhra Chatterjee</a:t>
            </a:r>
          </a:p>
        </p:txBody>
      </p:sp>
    </p:spTree>
    <p:extLst>
      <p:ext uri="{BB962C8B-B14F-4D97-AF65-F5344CB8AC3E}">
        <p14:creationId xmlns:p14="http://schemas.microsoft.com/office/powerpoint/2010/main" val="3905310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2726D-3128-E90D-0C63-4CF1374D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78FA8E-40F6-DDC6-FBE0-6A6DC4BFC12F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Shashank Kanchan</a:t>
            </a:r>
          </a:p>
        </p:txBody>
      </p:sp>
    </p:spTree>
    <p:extLst>
      <p:ext uri="{BB962C8B-B14F-4D97-AF65-F5344CB8AC3E}">
        <p14:creationId xmlns:p14="http://schemas.microsoft.com/office/powerpoint/2010/main" val="2017761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5DED-27E6-265B-63B0-63BAEE5D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260CC-E5D0-687C-9192-1C3E286B95FD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Amrish Kumar Jha</a:t>
            </a:r>
          </a:p>
        </p:txBody>
      </p:sp>
    </p:spTree>
    <p:extLst>
      <p:ext uri="{BB962C8B-B14F-4D97-AF65-F5344CB8AC3E}">
        <p14:creationId xmlns:p14="http://schemas.microsoft.com/office/powerpoint/2010/main" val="4170309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2DDC-131F-7E82-5D2D-E365F276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6C9AA9-431D-864A-2D3B-B0DB59BAB9AF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Arnab Karmakar</a:t>
            </a:r>
          </a:p>
        </p:txBody>
      </p:sp>
    </p:spTree>
    <p:extLst>
      <p:ext uri="{BB962C8B-B14F-4D97-AF65-F5344CB8AC3E}">
        <p14:creationId xmlns:p14="http://schemas.microsoft.com/office/powerpoint/2010/main" val="2987371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7CDEC-F4C8-C702-3806-54482B92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F3AEDE-1D1D-B222-683D-D96E7610162A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Pratyush Chatterjee</a:t>
            </a:r>
          </a:p>
        </p:txBody>
      </p:sp>
    </p:spTree>
    <p:extLst>
      <p:ext uri="{BB962C8B-B14F-4D97-AF65-F5344CB8AC3E}">
        <p14:creationId xmlns:p14="http://schemas.microsoft.com/office/powerpoint/2010/main" val="2406956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0BDB-E8E7-1149-CD5A-55C5792A9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4579C-5A54-25BC-C756-3E12EABD2BA4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Anjan Pan</a:t>
            </a:r>
          </a:p>
        </p:txBody>
      </p:sp>
    </p:spTree>
    <p:extLst>
      <p:ext uri="{BB962C8B-B14F-4D97-AF65-F5344CB8AC3E}">
        <p14:creationId xmlns:p14="http://schemas.microsoft.com/office/powerpoint/2010/main" val="3181836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8489-5D5A-F1C5-B65C-C747682A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E8A56D-94E1-BE57-9E8D-FD7833C2A82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Rajiv Chatterjee</a:t>
            </a:r>
          </a:p>
        </p:txBody>
      </p:sp>
    </p:spTree>
    <p:extLst>
      <p:ext uri="{BB962C8B-B14F-4D97-AF65-F5344CB8AC3E}">
        <p14:creationId xmlns:p14="http://schemas.microsoft.com/office/powerpoint/2010/main" val="905293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60A9-AF35-E1FD-A5BF-6FDE25E9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FDFFC0-069F-678B-D64A-79FB2F224BB0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Ajith Kumar</a:t>
            </a:r>
          </a:p>
        </p:txBody>
      </p:sp>
    </p:spTree>
    <p:extLst>
      <p:ext uri="{BB962C8B-B14F-4D97-AF65-F5344CB8AC3E}">
        <p14:creationId xmlns:p14="http://schemas.microsoft.com/office/powerpoint/2010/main" val="3321162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9F386-3222-368F-FD70-73A3240E1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37F050-6B93-6DF8-02EE-F533B187AD1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Sunil Kulkarni</a:t>
            </a:r>
          </a:p>
        </p:txBody>
      </p:sp>
    </p:spTree>
    <p:extLst>
      <p:ext uri="{BB962C8B-B14F-4D97-AF65-F5344CB8AC3E}">
        <p14:creationId xmlns:p14="http://schemas.microsoft.com/office/powerpoint/2010/main" val="2959548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CC9C-1E50-BEEC-84B5-255B6DE6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9478B0-898C-9E6C-F78D-B6074D5D9A31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Nikhilesh Das</a:t>
            </a:r>
          </a:p>
        </p:txBody>
      </p:sp>
    </p:spTree>
    <p:extLst>
      <p:ext uri="{BB962C8B-B14F-4D97-AF65-F5344CB8AC3E}">
        <p14:creationId xmlns:p14="http://schemas.microsoft.com/office/powerpoint/2010/main" val="3951320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6F20-CD3E-E2D3-992D-D4226350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141190-4B4E-24F0-F658-D65765F1B4D7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Gaur Gautam Kar</a:t>
            </a:r>
          </a:p>
        </p:txBody>
      </p:sp>
    </p:spTree>
    <p:extLst>
      <p:ext uri="{BB962C8B-B14F-4D97-AF65-F5344CB8AC3E}">
        <p14:creationId xmlns:p14="http://schemas.microsoft.com/office/powerpoint/2010/main" val="2033684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147CF-3D87-0448-A79A-F6150B9D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8695B-59D6-6D95-2900-7F721166A7C1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</a:t>
            </a:r>
            <a:r>
              <a:rPr lang="en-US" sz="5400" b="1" dirty="0" err="1">
                <a:latin typeface="Abadi" panose="020B0604020104020204" pitchFamily="34" charset="0"/>
              </a:rPr>
              <a:t>Swarnendu</a:t>
            </a:r>
            <a:r>
              <a:rPr lang="en-US" sz="5400" b="1" dirty="0">
                <a:latin typeface="Abadi" panose="020B0604020104020204" pitchFamily="34" charset="0"/>
              </a:rPr>
              <a:t> Samanta</a:t>
            </a:r>
          </a:p>
        </p:txBody>
      </p:sp>
    </p:spTree>
    <p:extLst>
      <p:ext uri="{BB962C8B-B14F-4D97-AF65-F5344CB8AC3E}">
        <p14:creationId xmlns:p14="http://schemas.microsoft.com/office/powerpoint/2010/main" val="935532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E030-8359-7225-6D30-34F138CB5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326342-1D79-B0DE-8AE5-A6C7EA75851C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Sunil Kulkarni</a:t>
            </a:r>
          </a:p>
        </p:txBody>
      </p:sp>
    </p:spTree>
    <p:extLst>
      <p:ext uri="{BB962C8B-B14F-4D97-AF65-F5344CB8AC3E}">
        <p14:creationId xmlns:p14="http://schemas.microsoft.com/office/powerpoint/2010/main" val="24286262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2E1CA-186A-A112-A89C-5BBF2491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20233-3C9A-24CE-2350-BDF2F9C0773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John </a:t>
            </a:r>
            <a:r>
              <a:rPr lang="en-US" sz="5400" b="1" dirty="0" err="1">
                <a:latin typeface="Abadi" panose="020B0604020104020204" pitchFamily="34" charset="0"/>
              </a:rPr>
              <a:t>Mukhopadhaya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543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E499C-35DB-35F2-6E5A-F9FEC15B0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33C0F5-D087-0539-3AFA-1B8A65C9E848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Sudesh Saha</a:t>
            </a:r>
          </a:p>
        </p:txBody>
      </p:sp>
    </p:spTree>
    <p:extLst>
      <p:ext uri="{BB962C8B-B14F-4D97-AF65-F5344CB8AC3E}">
        <p14:creationId xmlns:p14="http://schemas.microsoft.com/office/powerpoint/2010/main" val="1293817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4FE49-F3C2-0067-6E52-5471C13A8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610799-8741-2986-0F07-BAE1357855CA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Ananda Mondal</a:t>
            </a:r>
          </a:p>
        </p:txBody>
      </p:sp>
    </p:spTree>
    <p:extLst>
      <p:ext uri="{BB962C8B-B14F-4D97-AF65-F5344CB8AC3E}">
        <p14:creationId xmlns:p14="http://schemas.microsoft.com/office/powerpoint/2010/main" val="33638982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A1BE7-BE91-E857-EAEB-E166C180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77BC56-CEAC-3CD0-EF73-C0F84D099CB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Sunit Hazra</a:t>
            </a:r>
          </a:p>
        </p:txBody>
      </p:sp>
    </p:spTree>
    <p:extLst>
      <p:ext uri="{BB962C8B-B14F-4D97-AF65-F5344CB8AC3E}">
        <p14:creationId xmlns:p14="http://schemas.microsoft.com/office/powerpoint/2010/main" val="1397755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FDD0-20A1-6F12-2EE2-198098AFD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EAFCE7-447D-0B0B-DED7-61D3E31A5EA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Ritwik Ganguly</a:t>
            </a:r>
          </a:p>
        </p:txBody>
      </p:sp>
    </p:spTree>
    <p:extLst>
      <p:ext uri="{BB962C8B-B14F-4D97-AF65-F5344CB8AC3E}">
        <p14:creationId xmlns:p14="http://schemas.microsoft.com/office/powerpoint/2010/main" val="2316156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C6D2-F0D1-9EFA-B26B-DFBB0CF26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2E03FA-BEEA-B826-91A5-CDDE3D1A25B2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Rakesh Rajput</a:t>
            </a:r>
          </a:p>
        </p:txBody>
      </p:sp>
    </p:spTree>
    <p:extLst>
      <p:ext uri="{BB962C8B-B14F-4D97-AF65-F5344CB8AC3E}">
        <p14:creationId xmlns:p14="http://schemas.microsoft.com/office/powerpoint/2010/main" val="1918135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270D7-3F91-D8CF-DEBE-3D3F8F24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A378DB-9516-2F16-FDE4-8C5FDB67A282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Nilay Kanti Das</a:t>
            </a:r>
          </a:p>
        </p:txBody>
      </p:sp>
    </p:spTree>
    <p:extLst>
      <p:ext uri="{BB962C8B-B14F-4D97-AF65-F5344CB8AC3E}">
        <p14:creationId xmlns:p14="http://schemas.microsoft.com/office/powerpoint/2010/main" val="11366743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3A77-104E-8E32-C40C-BD4CE0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95A744-2F2B-2419-701E-1E4957B5B008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John </a:t>
            </a:r>
            <a:r>
              <a:rPr lang="en-US" sz="5400" b="1" dirty="0" err="1">
                <a:latin typeface="Abadi" panose="020B0604020104020204" pitchFamily="34" charset="0"/>
              </a:rPr>
              <a:t>Mukhopadhaya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1810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3F63-7109-9BA8-0BFA-A967CEE6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597F83-78CC-139E-A19C-AC919CB4C71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Sunil Kulkarni</a:t>
            </a:r>
          </a:p>
        </p:txBody>
      </p:sp>
    </p:spTree>
    <p:extLst>
      <p:ext uri="{BB962C8B-B14F-4D97-AF65-F5344CB8AC3E}">
        <p14:creationId xmlns:p14="http://schemas.microsoft.com/office/powerpoint/2010/main" val="7571887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9B740-F294-28DE-A4C2-8976F827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2AEEC1-C8F7-8B7D-D0F0-B4F17CC4E8C6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Gurinder Bedi</a:t>
            </a:r>
          </a:p>
        </p:txBody>
      </p:sp>
    </p:spTree>
    <p:extLst>
      <p:ext uri="{BB962C8B-B14F-4D97-AF65-F5344CB8AC3E}">
        <p14:creationId xmlns:p14="http://schemas.microsoft.com/office/powerpoint/2010/main" val="33376448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F61AD-329D-447D-F8C1-F87ED8B5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B8CCEC-1C01-7649-A467-5D8A807F19CD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Tirthankar Bhattacharya</a:t>
            </a:r>
          </a:p>
        </p:txBody>
      </p:sp>
    </p:spTree>
    <p:extLst>
      <p:ext uri="{BB962C8B-B14F-4D97-AF65-F5344CB8AC3E}">
        <p14:creationId xmlns:p14="http://schemas.microsoft.com/office/powerpoint/2010/main" val="21604347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026A-A959-8538-8A48-131610AB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D3747-59BF-23A0-6E06-CC9D67948ED4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Rakesh Rajput</a:t>
            </a:r>
          </a:p>
        </p:txBody>
      </p:sp>
    </p:spTree>
    <p:extLst>
      <p:ext uri="{BB962C8B-B14F-4D97-AF65-F5344CB8AC3E}">
        <p14:creationId xmlns:p14="http://schemas.microsoft.com/office/powerpoint/2010/main" val="42523095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9745-1828-DA87-5AAF-A6DA6178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E4F0E9-F13B-86B6-898B-2CD9F9EE54A8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Sunil Kulkarni</a:t>
            </a:r>
          </a:p>
        </p:txBody>
      </p:sp>
    </p:spTree>
    <p:extLst>
      <p:ext uri="{BB962C8B-B14F-4D97-AF65-F5344CB8AC3E}">
        <p14:creationId xmlns:p14="http://schemas.microsoft.com/office/powerpoint/2010/main" val="34163851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01373-BBE3-13DC-C19C-4D32C669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B9681-426F-4632-0AD9-AA7C600D9AB0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Rajiv Chatterjee</a:t>
            </a:r>
          </a:p>
        </p:txBody>
      </p:sp>
    </p:spTree>
    <p:extLst>
      <p:ext uri="{BB962C8B-B14F-4D97-AF65-F5344CB8AC3E}">
        <p14:creationId xmlns:p14="http://schemas.microsoft.com/office/powerpoint/2010/main" val="5493959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CB08-E3C4-41ED-426A-6E895999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98EF3-4405-C04F-24D1-223D9B969CF6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Abhijit </a:t>
            </a:r>
            <a:r>
              <a:rPr lang="en-US" sz="5400" b="1" dirty="0" err="1">
                <a:latin typeface="Abadi" panose="020B0604020104020204" pitchFamily="34" charset="0"/>
              </a:rPr>
              <a:t>Sarbadhikari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1982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2434-D4F5-9B21-B149-29BC52CA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313334-2DA8-671F-7090-676541B3F81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Ajith Kumar</a:t>
            </a:r>
          </a:p>
        </p:txBody>
      </p:sp>
    </p:spTree>
    <p:extLst>
      <p:ext uri="{BB962C8B-B14F-4D97-AF65-F5344CB8AC3E}">
        <p14:creationId xmlns:p14="http://schemas.microsoft.com/office/powerpoint/2010/main" val="8028587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BE03-D2A0-16C9-03A0-3E810F22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6549B-F420-67AF-09CE-65850FED594F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P K Pujari</a:t>
            </a:r>
          </a:p>
        </p:txBody>
      </p:sp>
    </p:spTree>
    <p:extLst>
      <p:ext uri="{BB962C8B-B14F-4D97-AF65-F5344CB8AC3E}">
        <p14:creationId xmlns:p14="http://schemas.microsoft.com/office/powerpoint/2010/main" val="4361437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A1446-7FA4-6B35-019F-011A9F33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7ADB43-6692-9B10-E443-AD1880F68EE0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Amrish Kumar Jha</a:t>
            </a:r>
          </a:p>
        </p:txBody>
      </p:sp>
    </p:spTree>
    <p:extLst>
      <p:ext uri="{BB962C8B-B14F-4D97-AF65-F5344CB8AC3E}">
        <p14:creationId xmlns:p14="http://schemas.microsoft.com/office/powerpoint/2010/main" val="31253895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B78DA-FB29-E97C-7B79-B0242C3D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89E8FA-9A65-0B1C-967A-FC1C0A61FAE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Rakesh </a:t>
            </a:r>
            <a:r>
              <a:rPr lang="en-US" sz="5400" b="1" dirty="0" err="1">
                <a:latin typeface="Abadi" panose="020B0604020104020204" pitchFamily="34" charset="0"/>
              </a:rPr>
              <a:t>Rajputh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8464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750F6-6ECC-6D19-B651-A1CF9B87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D0533A-708C-8934-79AA-EFEB896ED7B3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Sabyasachi Santra</a:t>
            </a:r>
          </a:p>
        </p:txBody>
      </p:sp>
    </p:spTree>
    <p:extLst>
      <p:ext uri="{BB962C8B-B14F-4D97-AF65-F5344CB8AC3E}">
        <p14:creationId xmlns:p14="http://schemas.microsoft.com/office/powerpoint/2010/main" val="3806176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F4B39-D453-46C6-D854-1B5D8D35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A74799-DD94-99AF-B63B-80103FE2F86C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Subrata Som</a:t>
            </a:r>
          </a:p>
        </p:txBody>
      </p:sp>
    </p:spTree>
    <p:extLst>
      <p:ext uri="{BB962C8B-B14F-4D97-AF65-F5344CB8AC3E}">
        <p14:creationId xmlns:p14="http://schemas.microsoft.com/office/powerpoint/2010/main" val="42834432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D70F3-10D5-6710-0141-CEEC5294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F60FCC-ED66-3CD8-51F8-1A4F5A754391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Nilesh Kamat</a:t>
            </a:r>
          </a:p>
        </p:txBody>
      </p:sp>
    </p:spTree>
    <p:extLst>
      <p:ext uri="{BB962C8B-B14F-4D97-AF65-F5344CB8AC3E}">
        <p14:creationId xmlns:p14="http://schemas.microsoft.com/office/powerpoint/2010/main" val="41951899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422F-77DB-F0F5-E10B-8EF3C0CF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BC0D26-BF9A-F016-2918-7E0BB1FE5CC4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 N Mukherjee</a:t>
            </a:r>
          </a:p>
        </p:txBody>
      </p:sp>
    </p:spTree>
    <p:extLst>
      <p:ext uri="{BB962C8B-B14F-4D97-AF65-F5344CB8AC3E}">
        <p14:creationId xmlns:p14="http://schemas.microsoft.com/office/powerpoint/2010/main" val="19735500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0FFE-1EEA-E2BC-351A-B011C298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DBE0E1-F0BA-9882-F5AB-A1E894462D17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Sudesh Saha </a:t>
            </a:r>
          </a:p>
        </p:txBody>
      </p:sp>
    </p:spTree>
    <p:extLst>
      <p:ext uri="{BB962C8B-B14F-4D97-AF65-F5344CB8AC3E}">
        <p14:creationId xmlns:p14="http://schemas.microsoft.com/office/powerpoint/2010/main" val="910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4664-F07B-2FBD-43A5-D719812B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CB2E49-29F0-B48A-4AA6-7F70D684C606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Abhik Kar</a:t>
            </a:r>
          </a:p>
        </p:txBody>
      </p:sp>
    </p:spTree>
    <p:extLst>
      <p:ext uri="{BB962C8B-B14F-4D97-AF65-F5344CB8AC3E}">
        <p14:creationId xmlns:p14="http://schemas.microsoft.com/office/powerpoint/2010/main" val="27016875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592F-7C48-A29E-B4AB-A5D36581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636F65-6B22-2F28-E4C2-B14DE327DFD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Nilesh Kamat</a:t>
            </a:r>
          </a:p>
        </p:txBody>
      </p:sp>
    </p:spTree>
    <p:extLst>
      <p:ext uri="{BB962C8B-B14F-4D97-AF65-F5344CB8AC3E}">
        <p14:creationId xmlns:p14="http://schemas.microsoft.com/office/powerpoint/2010/main" val="5303043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EE67-C704-8635-16D9-85C10145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05E5C4-4222-2527-16D0-75EAB0A5A43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Navinchandra Narsinhdas Thakkar</a:t>
            </a:r>
          </a:p>
        </p:txBody>
      </p:sp>
    </p:spTree>
    <p:extLst>
      <p:ext uri="{BB962C8B-B14F-4D97-AF65-F5344CB8AC3E}">
        <p14:creationId xmlns:p14="http://schemas.microsoft.com/office/powerpoint/2010/main" val="31956143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DC90-4D06-98F8-B0D3-42905D2E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53355A-2BFB-86EA-D1C3-F575A7BEDDB7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Malay Mandal</a:t>
            </a:r>
          </a:p>
        </p:txBody>
      </p:sp>
    </p:spTree>
    <p:extLst>
      <p:ext uri="{BB962C8B-B14F-4D97-AF65-F5344CB8AC3E}">
        <p14:creationId xmlns:p14="http://schemas.microsoft.com/office/powerpoint/2010/main" val="6377885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34A2-417A-1265-7C6D-62113A6B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0D7761-EE0C-4382-790D-E6CDB581B4C1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Siddhartha Gupta</a:t>
            </a:r>
          </a:p>
        </p:txBody>
      </p:sp>
    </p:spTree>
    <p:extLst>
      <p:ext uri="{BB962C8B-B14F-4D97-AF65-F5344CB8AC3E}">
        <p14:creationId xmlns:p14="http://schemas.microsoft.com/office/powerpoint/2010/main" val="18355073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E7DCF-DCF3-58B4-9EB0-43FEE8E1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278D5B-DEF4-8207-C7F3-1730156273BD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 N Mukherjee</a:t>
            </a:r>
          </a:p>
        </p:txBody>
      </p:sp>
    </p:spTree>
    <p:extLst>
      <p:ext uri="{BB962C8B-B14F-4D97-AF65-F5344CB8AC3E}">
        <p14:creationId xmlns:p14="http://schemas.microsoft.com/office/powerpoint/2010/main" val="432772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9710E-0781-4D29-688E-05BF8A764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5D28CC-99E8-A94C-5DD8-DD524065D368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Avishek Das</a:t>
            </a:r>
          </a:p>
        </p:txBody>
      </p:sp>
    </p:spTree>
    <p:extLst>
      <p:ext uri="{BB962C8B-B14F-4D97-AF65-F5344CB8AC3E}">
        <p14:creationId xmlns:p14="http://schemas.microsoft.com/office/powerpoint/2010/main" val="3564549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45645-FAB4-3B40-1D1C-12B3B21F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C19EDE-23D1-2924-B939-DA6E5526F9A1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Suresh Kejriwal</a:t>
            </a:r>
          </a:p>
        </p:txBody>
      </p:sp>
    </p:spTree>
    <p:extLst>
      <p:ext uri="{BB962C8B-B14F-4D97-AF65-F5344CB8AC3E}">
        <p14:creationId xmlns:p14="http://schemas.microsoft.com/office/powerpoint/2010/main" val="30171123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E359-8D81-04F2-2316-436B66E0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95122C-A2DC-8ADC-C236-D0FA7287C655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Jitendra Nath Pal</a:t>
            </a:r>
          </a:p>
        </p:txBody>
      </p:sp>
    </p:spTree>
    <p:extLst>
      <p:ext uri="{BB962C8B-B14F-4D97-AF65-F5344CB8AC3E}">
        <p14:creationId xmlns:p14="http://schemas.microsoft.com/office/powerpoint/2010/main" val="29626651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0AA6-0734-A99A-CDFB-BCC17882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C83182-6BEE-FA73-EF64-643E9728A9CE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Abhishek Saha</a:t>
            </a:r>
          </a:p>
        </p:txBody>
      </p:sp>
    </p:spTree>
    <p:extLst>
      <p:ext uri="{BB962C8B-B14F-4D97-AF65-F5344CB8AC3E}">
        <p14:creationId xmlns:p14="http://schemas.microsoft.com/office/powerpoint/2010/main" val="35165394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02A1-81ED-25E4-3EF9-8E75FC8E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DDD7D8-D236-6300-9D6D-9F4F6D2F424C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Anirban Chatterjee</a:t>
            </a:r>
          </a:p>
        </p:txBody>
      </p:sp>
    </p:spTree>
    <p:extLst>
      <p:ext uri="{BB962C8B-B14F-4D97-AF65-F5344CB8AC3E}">
        <p14:creationId xmlns:p14="http://schemas.microsoft.com/office/powerpoint/2010/main" val="32149151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27A6B-6D52-A776-6B1D-6B919F6E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F0070C-6E0F-083B-598A-DAE7CFC5E668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Suhas Ranjan Bala</a:t>
            </a:r>
          </a:p>
        </p:txBody>
      </p:sp>
    </p:spTree>
    <p:extLst>
      <p:ext uri="{BB962C8B-B14F-4D97-AF65-F5344CB8AC3E}">
        <p14:creationId xmlns:p14="http://schemas.microsoft.com/office/powerpoint/2010/main" val="7308864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8627E-913C-58D2-15F6-06CA2B82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E5072A-6948-E87B-B847-BE83CCF41E7D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Akhilesh Kumar</a:t>
            </a:r>
          </a:p>
        </p:txBody>
      </p:sp>
    </p:spTree>
    <p:extLst>
      <p:ext uri="{BB962C8B-B14F-4D97-AF65-F5344CB8AC3E}">
        <p14:creationId xmlns:p14="http://schemas.microsoft.com/office/powerpoint/2010/main" val="29462437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212F5-9593-AF94-C331-8B329BA3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78FC61-2832-968F-365F-DD28FE109BE3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Anindya Dutt</a:t>
            </a:r>
          </a:p>
        </p:txBody>
      </p:sp>
    </p:spTree>
    <p:extLst>
      <p:ext uri="{BB962C8B-B14F-4D97-AF65-F5344CB8AC3E}">
        <p14:creationId xmlns:p14="http://schemas.microsoft.com/office/powerpoint/2010/main" val="18381254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32A4-9B55-52A2-43AE-B145878A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A35C42-4DBF-6C61-553D-ED855211803E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Anirban Chatterjee</a:t>
            </a:r>
          </a:p>
        </p:txBody>
      </p:sp>
    </p:spTree>
    <p:extLst>
      <p:ext uri="{BB962C8B-B14F-4D97-AF65-F5344CB8AC3E}">
        <p14:creationId xmlns:p14="http://schemas.microsoft.com/office/powerpoint/2010/main" val="6601639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4AB0-3B4E-C340-362D-4A152EA2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AD0086-121D-D000-9EAA-64B1A80562C0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Ravi Bharadwaj</a:t>
            </a:r>
          </a:p>
        </p:txBody>
      </p:sp>
    </p:spTree>
    <p:extLst>
      <p:ext uri="{BB962C8B-B14F-4D97-AF65-F5344CB8AC3E}">
        <p14:creationId xmlns:p14="http://schemas.microsoft.com/office/powerpoint/2010/main" val="16016380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6CEA-4AD4-5AAB-71B4-14B364C2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7C2847-ECA2-C2FA-708D-76B6F83B9E65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Suhas Ranjan Bala</a:t>
            </a:r>
          </a:p>
        </p:txBody>
      </p:sp>
    </p:spTree>
    <p:extLst>
      <p:ext uri="{BB962C8B-B14F-4D97-AF65-F5344CB8AC3E}">
        <p14:creationId xmlns:p14="http://schemas.microsoft.com/office/powerpoint/2010/main" val="16331880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7267-33DD-0F10-489F-5F54AA722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8AF5C-6482-F4F1-B719-157F042FBFB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Arya Roy</a:t>
            </a:r>
          </a:p>
        </p:txBody>
      </p:sp>
    </p:spTree>
    <p:extLst>
      <p:ext uri="{BB962C8B-B14F-4D97-AF65-F5344CB8AC3E}">
        <p14:creationId xmlns:p14="http://schemas.microsoft.com/office/powerpoint/2010/main" val="31947535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6ED5-FBDA-C6FA-517A-C1A99AF0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6E93D5-C5F7-7D99-BFAA-71D4F7D7225A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Nilay Kanti Das</a:t>
            </a:r>
          </a:p>
        </p:txBody>
      </p:sp>
    </p:spTree>
    <p:extLst>
      <p:ext uri="{BB962C8B-B14F-4D97-AF65-F5344CB8AC3E}">
        <p14:creationId xmlns:p14="http://schemas.microsoft.com/office/powerpoint/2010/main" val="33100813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A274-3C4B-D529-55F8-9DC806E87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3A3EA0-4F3C-4CA1-9507-C084B0637F48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Abhijit </a:t>
            </a:r>
            <a:r>
              <a:rPr lang="en-US" sz="5400" b="1" dirty="0" err="1">
                <a:latin typeface="Abadi" panose="020B0604020104020204" pitchFamily="34" charset="0"/>
              </a:rPr>
              <a:t>Wahegaonkar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6406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9D851-B004-AB78-7098-E4C8ED8F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D6BB3B-42C1-4DAB-C6BC-5B23BBC6C60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Anjan Chattaraj</a:t>
            </a:r>
          </a:p>
        </p:txBody>
      </p:sp>
    </p:spTree>
    <p:extLst>
      <p:ext uri="{BB962C8B-B14F-4D97-AF65-F5344CB8AC3E}">
        <p14:creationId xmlns:p14="http://schemas.microsoft.com/office/powerpoint/2010/main" val="44281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1DE3-5C9F-80D6-C8F2-23CA172C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D1625-7C87-3EE5-BC79-6399D132126C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Sudipta Bandyopadhyay</a:t>
            </a:r>
          </a:p>
        </p:txBody>
      </p:sp>
    </p:spTree>
    <p:extLst>
      <p:ext uri="{BB962C8B-B14F-4D97-AF65-F5344CB8AC3E}">
        <p14:creationId xmlns:p14="http://schemas.microsoft.com/office/powerpoint/2010/main" val="37675343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EAB5-B190-4BD0-55B2-9B8D2A05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C8E351-60B1-D0F5-4DED-C7D9CFE5CCE1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</a:t>
            </a:r>
            <a:r>
              <a:rPr lang="en-US" sz="5400" b="1" dirty="0" err="1">
                <a:latin typeface="Abadi" panose="020B0604020104020204" pitchFamily="34" charset="0"/>
              </a:rPr>
              <a:t>Sibaji</a:t>
            </a:r>
            <a:r>
              <a:rPr lang="en-US" sz="5400" b="1" dirty="0">
                <a:latin typeface="Abadi" panose="020B0604020104020204" pitchFamily="34" charset="0"/>
              </a:rPr>
              <a:t> Chaudhuri</a:t>
            </a:r>
          </a:p>
        </p:txBody>
      </p:sp>
    </p:spTree>
    <p:extLst>
      <p:ext uri="{BB962C8B-B14F-4D97-AF65-F5344CB8AC3E}">
        <p14:creationId xmlns:p14="http://schemas.microsoft.com/office/powerpoint/2010/main" val="3652509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93B94-2713-06B3-AB40-E35AE4023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C9D3F4-053B-8744-84CF-22D6425EFAA6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</a:t>
            </a:r>
            <a:r>
              <a:rPr lang="en-US" sz="5400" b="1" dirty="0" err="1">
                <a:latin typeface="Abadi" panose="020B0604020104020204" pitchFamily="34" charset="0"/>
              </a:rPr>
              <a:t>Kingshuk</a:t>
            </a:r>
            <a:r>
              <a:rPr lang="en-US" sz="5400" b="1" dirty="0">
                <a:latin typeface="Abadi" panose="020B0604020104020204" pitchFamily="34" charset="0"/>
              </a:rPr>
              <a:t> Mandal</a:t>
            </a:r>
          </a:p>
        </p:txBody>
      </p:sp>
    </p:spTree>
    <p:extLst>
      <p:ext uri="{BB962C8B-B14F-4D97-AF65-F5344CB8AC3E}">
        <p14:creationId xmlns:p14="http://schemas.microsoft.com/office/powerpoint/2010/main" val="7455436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9D4A-B826-CD03-4CDD-8A2116AC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4451B3-30B3-82DF-0AD0-B9F7662C8C6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Abhijit </a:t>
            </a:r>
            <a:r>
              <a:rPr lang="en-US" sz="5400" b="1" dirty="0" err="1">
                <a:latin typeface="Abadi" panose="020B0604020104020204" pitchFamily="34" charset="0"/>
              </a:rPr>
              <a:t>Wahegaonkar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25013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F7C1B-E782-78E2-86F7-B537114FB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2BE27-F2A7-6996-DDFF-DD78647E702A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Ravi Bharadwaj</a:t>
            </a:r>
          </a:p>
        </p:txBody>
      </p:sp>
    </p:spTree>
    <p:extLst>
      <p:ext uri="{BB962C8B-B14F-4D97-AF65-F5344CB8AC3E}">
        <p14:creationId xmlns:p14="http://schemas.microsoft.com/office/powerpoint/2010/main" val="25430256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8A42-2EB9-27A2-26E1-88D79645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9220D1-E420-5F90-264C-30056D51B3FE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Arya Roy</a:t>
            </a:r>
          </a:p>
        </p:txBody>
      </p:sp>
    </p:spTree>
    <p:extLst>
      <p:ext uri="{BB962C8B-B14F-4D97-AF65-F5344CB8AC3E}">
        <p14:creationId xmlns:p14="http://schemas.microsoft.com/office/powerpoint/2010/main" val="32897062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B551-901E-272F-F4EF-798831E2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4DBBB1-1331-2C93-AED7-E8F91F761769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Siddhartha Gupta</a:t>
            </a:r>
          </a:p>
        </p:txBody>
      </p:sp>
    </p:spTree>
    <p:extLst>
      <p:ext uri="{BB962C8B-B14F-4D97-AF65-F5344CB8AC3E}">
        <p14:creationId xmlns:p14="http://schemas.microsoft.com/office/powerpoint/2010/main" val="9969857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42AFB-04A0-7E8B-FF29-7F26E49F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1D2338-B85C-A5D9-04AD-5BEB286E6AAD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Abhijit </a:t>
            </a:r>
            <a:r>
              <a:rPr lang="en-US" sz="5400" b="1" dirty="0" err="1">
                <a:latin typeface="Abadi" panose="020B0604020104020204" pitchFamily="34" charset="0"/>
              </a:rPr>
              <a:t>Wahegaonkar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9756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EC3D-2F72-0B52-9451-8FBB446A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5C5399-7E8A-8E98-87F3-1BFC833EA9FE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Ravi Bharadwaj</a:t>
            </a:r>
          </a:p>
        </p:txBody>
      </p:sp>
    </p:spTree>
    <p:extLst>
      <p:ext uri="{BB962C8B-B14F-4D97-AF65-F5344CB8AC3E}">
        <p14:creationId xmlns:p14="http://schemas.microsoft.com/office/powerpoint/2010/main" val="9518609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FAFA-59E1-747C-DF49-1547D4839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AA7C5-8EB5-6958-A672-943CE9973B3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Abhijit Sarbadhikary</a:t>
            </a:r>
          </a:p>
        </p:txBody>
      </p:sp>
    </p:spTree>
    <p:extLst>
      <p:ext uri="{BB962C8B-B14F-4D97-AF65-F5344CB8AC3E}">
        <p14:creationId xmlns:p14="http://schemas.microsoft.com/office/powerpoint/2010/main" val="386990861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B8771-F950-8399-EAD8-DBC7D008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EA7CCF-E21F-013D-D52A-01B89AAAE85D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Arindam Banerjee</a:t>
            </a:r>
          </a:p>
        </p:txBody>
      </p:sp>
    </p:spTree>
    <p:extLst>
      <p:ext uri="{BB962C8B-B14F-4D97-AF65-F5344CB8AC3E}">
        <p14:creationId xmlns:p14="http://schemas.microsoft.com/office/powerpoint/2010/main" val="161371653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504D5-297B-A24A-0CAA-6B420A09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23FD45-98BA-A2A6-990C-CD441D43FF0E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Anirban Chatterjee</a:t>
            </a:r>
          </a:p>
        </p:txBody>
      </p:sp>
    </p:spTree>
    <p:extLst>
      <p:ext uri="{BB962C8B-B14F-4D97-AF65-F5344CB8AC3E}">
        <p14:creationId xmlns:p14="http://schemas.microsoft.com/office/powerpoint/2010/main" val="36986888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439E-431A-5D50-3A78-776E2888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6C70DF-0C2A-94EB-12E4-4ECCDE897BB7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Sanjay </a:t>
            </a:r>
            <a:r>
              <a:rPr lang="en-US" sz="5400" b="1" dirty="0" err="1">
                <a:latin typeface="Abadi" panose="020B0604020104020204" pitchFamily="34" charset="0"/>
              </a:rPr>
              <a:t>Keshkar</a:t>
            </a:r>
            <a:endParaRPr lang="en-US" sz="5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28075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6CF35-C0DF-6D52-80BC-2124BE8E2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817AB7-B1E5-B403-F9FB-4B39EB96A56B}"/>
              </a:ext>
            </a:extLst>
          </p:cNvPr>
          <p:cNvSpPr txBox="1"/>
          <p:nvPr/>
        </p:nvSpPr>
        <p:spPr>
          <a:xfrm>
            <a:off x="338666" y="2949222"/>
            <a:ext cx="1157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badi" panose="020B0604020104020204" pitchFamily="34" charset="0"/>
              </a:rPr>
              <a:t>Dr Neeraj Duggar</a:t>
            </a:r>
          </a:p>
        </p:txBody>
      </p:sp>
    </p:spTree>
    <p:extLst>
      <p:ext uri="{BB962C8B-B14F-4D97-AF65-F5344CB8AC3E}">
        <p14:creationId xmlns:p14="http://schemas.microsoft.com/office/powerpoint/2010/main" val="685781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301</Words>
  <Application>Microsoft Office PowerPoint</Application>
  <PresentationFormat>Widescreen</PresentationFormat>
  <Paragraphs>95</Paragraphs>
  <Slides>95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0" baseType="lpstr">
      <vt:lpstr>Abadi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Rueda</dc:creator>
  <cp:lastModifiedBy>Rueda</cp:lastModifiedBy>
  <cp:revision>1</cp:revision>
  <dcterms:created xsi:type="dcterms:W3CDTF">2025-05-24T12:19:33Z</dcterms:created>
  <dcterms:modified xsi:type="dcterms:W3CDTF">2025-05-24T13:20:33Z</dcterms:modified>
</cp:coreProperties>
</file>